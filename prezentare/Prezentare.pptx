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6"/>
  </p:notesMasterIdLst>
  <p:handoutMasterIdLst>
    <p:handoutMasterId r:id="rId17"/>
  </p:handoutMasterIdLst>
  <p:sldIdLst>
    <p:sldId id="257" r:id="rId5"/>
    <p:sldId id="258" r:id="rId6"/>
    <p:sldId id="261" r:id="rId7"/>
    <p:sldId id="286" r:id="rId8"/>
    <p:sldId id="268" r:id="rId9"/>
    <p:sldId id="287" r:id="rId10"/>
    <p:sldId id="274" r:id="rId11"/>
    <p:sldId id="281" r:id="rId12"/>
    <p:sldId id="288" r:id="rId13"/>
    <p:sldId id="289" r:id="rId14"/>
    <p:sldId id="290" r:id="rId15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1008">
          <p15:clr>
            <a:srgbClr val="A4A3A4"/>
          </p15:clr>
        </p15:guide>
        <p15:guide id="3" orient="horz" pos="3792">
          <p15:clr>
            <a:srgbClr val="A4A3A4"/>
          </p15:clr>
        </p15:guide>
        <p15:guide id="4" orient="horz" pos="336">
          <p15:clr>
            <a:srgbClr val="A4A3A4"/>
          </p15:clr>
        </p15:guide>
        <p15:guide id="5" orient="horz" pos="1920">
          <p15:clr>
            <a:srgbClr val="A4A3A4"/>
          </p15:clr>
        </p15:guide>
        <p15:guide id="6" orient="horz" pos="3984">
          <p15:clr>
            <a:srgbClr val="A4A3A4"/>
          </p15:clr>
        </p15:guide>
        <p15:guide id="7" orient="horz" pos="1152">
          <p15:clr>
            <a:srgbClr val="A4A3A4"/>
          </p15:clr>
        </p15:guide>
        <p15:guide id="8" pos="3839">
          <p15:clr>
            <a:srgbClr val="A4A3A4"/>
          </p15:clr>
        </p15:guide>
        <p15:guide id="9" pos="671">
          <p15:clr>
            <a:srgbClr val="A4A3A4"/>
          </p15:clr>
        </p15:guide>
        <p15:guide id="10" pos="7007">
          <p15:clr>
            <a:srgbClr val="A4A3A4"/>
          </p15:clr>
        </p15:guide>
        <p15:guide id="11" pos="6143">
          <p15:clr>
            <a:srgbClr val="A4A3A4"/>
          </p15:clr>
        </p15:guide>
        <p15:guide id="12" pos="3263">
          <p15:clr>
            <a:srgbClr val="A4A3A4"/>
          </p15:clr>
        </p15:guide>
        <p15:guide id="13" pos="7391">
          <p15:clr>
            <a:srgbClr val="A4A3A4"/>
          </p15:clr>
        </p15:guide>
        <p15:guide id="14" pos="369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1" autoAdjust="0"/>
    <p:restoredTop sz="94879" autoAdjust="0"/>
  </p:normalViewPr>
  <p:slideViewPr>
    <p:cSldViewPr showGuides="1">
      <p:cViewPr varScale="1">
        <p:scale>
          <a:sx n="86" d="100"/>
          <a:sy n="86" d="100"/>
        </p:scale>
        <p:origin x="660" y="96"/>
      </p:cViewPr>
      <p:guideLst>
        <p:guide orient="horz" pos="2160"/>
        <p:guide orient="horz" pos="1008"/>
        <p:guide orient="horz" pos="3792"/>
        <p:guide orient="horz" pos="336"/>
        <p:guide orient="horz" pos="1920"/>
        <p:guide orient="horz" pos="3984"/>
        <p:guide orient="horz" pos="1152"/>
        <p:guide pos="3839"/>
        <p:guide pos="671"/>
        <p:guide pos="7007"/>
        <p:guide pos="6143"/>
        <p:guide pos="3263"/>
        <p:guide pos="7391"/>
        <p:guide pos="369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howGuides="1">
      <p:cViewPr varScale="1">
        <p:scale>
          <a:sx n="73" d="100"/>
          <a:sy n="73" d="100"/>
        </p:scale>
        <p:origin x="2126" y="29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CE221E-83ED-4F6C-BA5F-3F9E6FDB6953}" type="datetimeFigureOut">
              <a:rPr lang="en-US"/>
              <a:t>5/17/2026</a:t>
            </a:fld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4CBEF8-5CDE-472B-839B-B8BB0C881006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632892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853E5F-CE67-483C-A264-F17AC70E9CA2}" type="datetimeFigureOut">
              <a:rPr lang="en-US"/>
              <a:t>5/17/2026</a:t>
            </a:fld>
            <a:endParaRPr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B98AFB-CB0D-4DFE-87B9-B4B0D0DE73CD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12805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40147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">
    <p:bg>
      <p:bgPr>
        <a:gradFill>
          <a:gsLst>
            <a:gs pos="0">
              <a:schemeClr val="accent2">
                <a:lumMod val="110000"/>
                <a:satMod val="105000"/>
                <a:tint val="67000"/>
                <a:alpha val="0"/>
              </a:schemeClr>
            </a:gs>
            <a:gs pos="100000">
              <a:schemeClr val="bg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white circles on a black background&#10;&#10;Description automatically generated">
            <a:extLst>
              <a:ext uri="{FF2B5EF4-FFF2-40B4-BE49-F238E27FC236}">
                <a16:creationId xmlns:a16="http://schemas.microsoft.com/office/drawing/2014/main" id="{05185B01-840C-72E0-FF30-8EE18CFC55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04" r="4105" b="14441"/>
          <a:stretch/>
        </p:blipFill>
        <p:spPr>
          <a:xfrm>
            <a:off x="3275012" y="0"/>
            <a:ext cx="8913812" cy="686745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1295400"/>
            <a:ext cx="10287000" cy="3886200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defRPr sz="660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95FDDB8-B25B-0452-0EE6-99D1F02803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84212" y="5600700"/>
            <a:ext cx="10287000" cy="533400"/>
          </a:xfrm>
        </p:spPr>
        <p:txBody>
          <a:bodyPr anchor="t">
            <a:normAutofit/>
          </a:bodyPr>
          <a:lstStyle>
            <a:lvl1pPr marL="45720" indent="0" algn="l">
              <a:buNone/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ross 2">
            <a:extLst>
              <a:ext uri="{FF2B5EF4-FFF2-40B4-BE49-F238E27FC236}">
                <a16:creationId xmlns:a16="http://schemas.microsoft.com/office/drawing/2014/main" id="{29F0C076-A364-A8D3-F322-AC2A18341617}"/>
              </a:ext>
            </a:extLst>
          </p:cNvPr>
          <p:cNvSpPr/>
          <p:nvPr userDrawn="1"/>
        </p:nvSpPr>
        <p:spPr>
          <a:xfrm>
            <a:off x="10975566" y="4987103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Cross 3">
            <a:extLst>
              <a:ext uri="{FF2B5EF4-FFF2-40B4-BE49-F238E27FC236}">
                <a16:creationId xmlns:a16="http://schemas.microsoft.com/office/drawing/2014/main" id="{921F5FF9-DFA3-CF00-B31A-21C261392B15}"/>
              </a:ext>
            </a:extLst>
          </p:cNvPr>
          <p:cNvSpPr/>
          <p:nvPr userDrawn="1"/>
        </p:nvSpPr>
        <p:spPr>
          <a:xfrm>
            <a:off x="10118724" y="35814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0241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67777CD-9A1F-DEEA-2595-9E892C952556}"/>
              </a:ext>
            </a:extLst>
          </p:cNvPr>
          <p:cNvSpPr/>
          <p:nvPr userDrawn="1"/>
        </p:nvSpPr>
        <p:spPr>
          <a:xfrm>
            <a:off x="-1" y="0"/>
            <a:ext cx="12188825" cy="6858000"/>
          </a:xfrm>
          <a:prstGeom prst="rect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F4D3028-A414-148B-F10C-466ED585BCD9}"/>
              </a:ext>
            </a:extLst>
          </p:cNvPr>
          <p:cNvSpPr/>
          <p:nvPr userDrawn="1"/>
        </p:nvSpPr>
        <p:spPr>
          <a:xfrm>
            <a:off x="-1" y="1586"/>
            <a:ext cx="3428208" cy="6856414"/>
          </a:xfrm>
          <a:custGeom>
            <a:avLst/>
            <a:gdLst>
              <a:gd name="connsiteX0" fmla="*/ 1 w 3428208"/>
              <a:gd name="connsiteY0" fmla="*/ 0 h 6856414"/>
              <a:gd name="connsiteX1" fmla="*/ 3428208 w 3428208"/>
              <a:gd name="connsiteY1" fmla="*/ 3428207 h 6856414"/>
              <a:gd name="connsiteX2" fmla="*/ 1 w 3428208"/>
              <a:gd name="connsiteY2" fmla="*/ 6856414 h 6856414"/>
              <a:gd name="connsiteX3" fmla="*/ 0 w 3428208"/>
              <a:gd name="connsiteY3" fmla="*/ 6856414 h 6856414"/>
              <a:gd name="connsiteX4" fmla="*/ 0 w 3428208"/>
              <a:gd name="connsiteY4" fmla="*/ 0 h 6856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28208" h="6856414">
                <a:moveTo>
                  <a:pt x="1" y="0"/>
                </a:moveTo>
                <a:cubicBezTo>
                  <a:pt x="1893347" y="0"/>
                  <a:pt x="3428208" y="1534861"/>
                  <a:pt x="3428208" y="3428207"/>
                </a:cubicBezTo>
                <a:cubicBezTo>
                  <a:pt x="3428208" y="5321553"/>
                  <a:pt x="1893347" y="6856414"/>
                  <a:pt x="1" y="6856414"/>
                </a:cubicBezTo>
                <a:lnTo>
                  <a:pt x="0" y="6856414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EB111F7-2027-1E41-1C02-BA5AA37EA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012" y="723900"/>
            <a:ext cx="4114800" cy="5295900"/>
          </a:xfrm>
        </p:spPr>
        <p:txBody>
          <a:bodyPr anchor="ctr">
            <a:normAutofit/>
          </a:bodyPr>
          <a:lstStyle>
            <a:lvl1pPr algn="r">
              <a:lnSpc>
                <a:spcPct val="100000"/>
              </a:lnSpc>
              <a:defRPr sz="4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32612" y="1981200"/>
            <a:ext cx="4114800" cy="2854781"/>
          </a:xfrm>
        </p:spPr>
        <p:txBody>
          <a:bodyPr anchor="ctr"/>
          <a:lstStyle>
            <a:lvl1pPr marL="4572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36576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 marL="59436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 marL="77724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 marL="96012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14" name="Cross 13">
            <a:extLst>
              <a:ext uri="{FF2B5EF4-FFF2-40B4-BE49-F238E27FC236}">
                <a16:creationId xmlns:a16="http://schemas.microsoft.com/office/drawing/2014/main" id="{02A1E7CF-4DB4-D31C-D6AA-D368DA17CD5F}"/>
              </a:ext>
            </a:extLst>
          </p:cNvPr>
          <p:cNvSpPr/>
          <p:nvPr userDrawn="1"/>
        </p:nvSpPr>
        <p:spPr>
          <a:xfrm>
            <a:off x="4837509" y="9144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Cross 14">
            <a:extLst>
              <a:ext uri="{FF2B5EF4-FFF2-40B4-BE49-F238E27FC236}">
                <a16:creationId xmlns:a16="http://schemas.microsoft.com/office/drawing/2014/main" id="{E47E8503-C2AB-07F1-FD1F-A529E414E168}"/>
              </a:ext>
            </a:extLst>
          </p:cNvPr>
          <p:cNvSpPr/>
          <p:nvPr userDrawn="1"/>
        </p:nvSpPr>
        <p:spPr>
          <a:xfrm>
            <a:off x="3085307" y="569595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Left Brace 1">
            <a:extLst>
              <a:ext uri="{FF2B5EF4-FFF2-40B4-BE49-F238E27FC236}">
                <a16:creationId xmlns:a16="http://schemas.microsoft.com/office/drawing/2014/main" id="{8020F553-E264-0059-F1EB-47039048DC67}"/>
              </a:ext>
            </a:extLst>
          </p:cNvPr>
          <p:cNvSpPr/>
          <p:nvPr userDrawn="1"/>
        </p:nvSpPr>
        <p:spPr>
          <a:xfrm>
            <a:off x="5561012" y="2022021"/>
            <a:ext cx="838200" cy="2813960"/>
          </a:xfrm>
          <a:prstGeom prst="leftBrace">
            <a:avLst>
              <a:gd name="adj1" fmla="val 34932"/>
              <a:gd name="adj2" fmla="val 50000"/>
            </a:avLst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89843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ing with Phone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45C0889D-74A2-974C-BB02-FA1F7BE369E2}"/>
              </a:ext>
            </a:extLst>
          </p:cNvPr>
          <p:cNvSpPr/>
          <p:nvPr userDrawn="1"/>
        </p:nvSpPr>
        <p:spPr>
          <a:xfrm>
            <a:off x="6704012" y="1148418"/>
            <a:ext cx="4561165" cy="4561165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DAE856D-3749-4D3B-9F33-A46528589FE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32079" y="598170"/>
            <a:ext cx="3096221" cy="5661660"/>
          </a:xfrm>
          <a:prstGeom prst="rect">
            <a:avLst/>
          </a:prstGeom>
        </p:spPr>
      </p:pic>
      <p:sp>
        <p:nvSpPr>
          <p:cNvPr id="9" name="Cross 8">
            <a:extLst>
              <a:ext uri="{FF2B5EF4-FFF2-40B4-BE49-F238E27FC236}">
                <a16:creationId xmlns:a16="http://schemas.microsoft.com/office/drawing/2014/main" id="{7A96460A-640C-6025-AAB5-344AB2A405D1}"/>
              </a:ext>
            </a:extLst>
          </p:cNvPr>
          <p:cNvSpPr/>
          <p:nvPr userDrawn="1"/>
        </p:nvSpPr>
        <p:spPr>
          <a:xfrm>
            <a:off x="10818812" y="5353077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1" name="Cross 10">
            <a:extLst>
              <a:ext uri="{FF2B5EF4-FFF2-40B4-BE49-F238E27FC236}">
                <a16:creationId xmlns:a16="http://schemas.microsoft.com/office/drawing/2014/main" id="{471314FF-EA0B-8DDE-B558-885A876FB0D5}"/>
              </a:ext>
            </a:extLst>
          </p:cNvPr>
          <p:cNvSpPr/>
          <p:nvPr userDrawn="1"/>
        </p:nvSpPr>
        <p:spPr>
          <a:xfrm>
            <a:off x="6335910" y="805517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94761B-B29B-1C47-FAE9-6E0FA1543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12" y="685800"/>
            <a:ext cx="6372818" cy="4038600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defRPr sz="480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EEFF6782-6ABD-DEB0-6FD1-1263A5469A2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8012" y="4876800"/>
            <a:ext cx="6372817" cy="1104898"/>
          </a:xfrm>
        </p:spPr>
        <p:txBody>
          <a:bodyPr anchor="t">
            <a:normAutofit/>
          </a:bodyPr>
          <a:lstStyle>
            <a:lvl1pPr marL="45720" indent="0" algn="l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5BA3F629-2405-DC90-C212-6F3D52B95D9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765046" y="883471"/>
            <a:ext cx="2439096" cy="5091059"/>
          </a:xfrm>
          <a:custGeom>
            <a:avLst/>
            <a:gdLst>
              <a:gd name="connsiteX0" fmla="*/ 340815 w 2439096"/>
              <a:gd name="connsiteY0" fmla="*/ 0 h 5091059"/>
              <a:gd name="connsiteX1" fmla="*/ 2098281 w 2439096"/>
              <a:gd name="connsiteY1" fmla="*/ 0 h 5091059"/>
              <a:gd name="connsiteX2" fmla="*/ 2439096 w 2439096"/>
              <a:gd name="connsiteY2" fmla="*/ 340815 h 5091059"/>
              <a:gd name="connsiteX3" fmla="*/ 2439096 w 2439096"/>
              <a:gd name="connsiteY3" fmla="*/ 495300 h 5091059"/>
              <a:gd name="connsiteX4" fmla="*/ 2439096 w 2439096"/>
              <a:gd name="connsiteY4" fmla="*/ 4750244 h 5091059"/>
              <a:gd name="connsiteX5" fmla="*/ 2098281 w 2439096"/>
              <a:gd name="connsiteY5" fmla="*/ 5091059 h 5091059"/>
              <a:gd name="connsiteX6" fmla="*/ 340815 w 2439096"/>
              <a:gd name="connsiteY6" fmla="*/ 5091059 h 5091059"/>
              <a:gd name="connsiteX7" fmla="*/ 0 w 2439096"/>
              <a:gd name="connsiteY7" fmla="*/ 4750244 h 5091059"/>
              <a:gd name="connsiteX8" fmla="*/ 0 w 2439096"/>
              <a:gd name="connsiteY8" fmla="*/ 495300 h 5091059"/>
              <a:gd name="connsiteX9" fmla="*/ 0 w 2439096"/>
              <a:gd name="connsiteY9" fmla="*/ 340815 h 5091059"/>
              <a:gd name="connsiteX10" fmla="*/ 340815 w 2439096"/>
              <a:gd name="connsiteY10" fmla="*/ 0 h 5091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39096" h="5091059">
                <a:moveTo>
                  <a:pt x="340815" y="0"/>
                </a:moveTo>
                <a:lnTo>
                  <a:pt x="2098281" y="0"/>
                </a:lnTo>
                <a:cubicBezTo>
                  <a:pt x="2286508" y="0"/>
                  <a:pt x="2439096" y="152588"/>
                  <a:pt x="2439096" y="340815"/>
                </a:cubicBezTo>
                <a:lnTo>
                  <a:pt x="2439096" y="495300"/>
                </a:lnTo>
                <a:lnTo>
                  <a:pt x="2439096" y="4750244"/>
                </a:lnTo>
                <a:cubicBezTo>
                  <a:pt x="2439096" y="4938471"/>
                  <a:pt x="2286508" y="5091059"/>
                  <a:pt x="2098281" y="5091059"/>
                </a:cubicBezTo>
                <a:lnTo>
                  <a:pt x="340815" y="5091059"/>
                </a:lnTo>
                <a:cubicBezTo>
                  <a:pt x="152588" y="5091059"/>
                  <a:pt x="0" y="4938471"/>
                  <a:pt x="0" y="4750244"/>
                </a:cubicBezTo>
                <a:lnTo>
                  <a:pt x="0" y="495300"/>
                </a:lnTo>
                <a:lnTo>
                  <a:pt x="0" y="340815"/>
                </a:lnTo>
                <a:cubicBezTo>
                  <a:pt x="0" y="152588"/>
                  <a:pt x="152588" y="0"/>
                  <a:pt x="34081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4572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04737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1C3968AF-EB74-3889-A3BA-E759CFD47B12}"/>
              </a:ext>
            </a:extLst>
          </p:cNvPr>
          <p:cNvSpPr/>
          <p:nvPr userDrawn="1"/>
        </p:nvSpPr>
        <p:spPr>
          <a:xfrm>
            <a:off x="3275012" y="609600"/>
            <a:ext cx="5638800" cy="5638800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6A409372-199C-2F3B-65CD-ADC2E45B43B7}"/>
              </a:ext>
            </a:extLst>
          </p:cNvPr>
          <p:cNvSpPr/>
          <p:nvPr userDrawn="1"/>
        </p:nvSpPr>
        <p:spPr>
          <a:xfrm>
            <a:off x="5561012" y="2022021"/>
            <a:ext cx="838200" cy="2813960"/>
          </a:xfrm>
          <a:prstGeom prst="leftBrace">
            <a:avLst>
              <a:gd name="adj1" fmla="val 34932"/>
              <a:gd name="adj2" fmla="val 50000"/>
            </a:avLst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266838CB-A9BC-715A-18FE-06CCE4A9C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812" y="495300"/>
            <a:ext cx="4572000" cy="5867400"/>
          </a:xfrm>
        </p:spPr>
        <p:txBody>
          <a:bodyPr anchor="ctr">
            <a:normAutofit/>
          </a:bodyPr>
          <a:lstStyle>
            <a:lvl1pPr marL="0" indent="0" algn="r">
              <a:lnSpc>
                <a:spcPct val="110000"/>
              </a:lnSpc>
              <a:defRPr sz="480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454B8043-D1DD-E2EA-772B-D8D38CD37D1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768305" y="2022021"/>
            <a:ext cx="4443413" cy="2813960"/>
          </a:xfrm>
        </p:spPr>
        <p:txBody>
          <a:bodyPr anchor="ctr">
            <a:normAutofit/>
          </a:bodyPr>
          <a:lstStyle>
            <a:lvl1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7432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Char char="•"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9436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Char char="•"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7724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Char char="•"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6012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Char char="•"/>
              <a:defRPr lang="en-US" sz="2000" kern="1200" spc="3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2422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F4264E2-719A-1CB0-CD0C-B90AD51C2384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Cross 8">
            <a:extLst>
              <a:ext uri="{FF2B5EF4-FFF2-40B4-BE49-F238E27FC236}">
                <a16:creationId xmlns:a16="http://schemas.microsoft.com/office/drawing/2014/main" id="{7A96460A-640C-6025-AAB5-344AB2A405D1}"/>
              </a:ext>
            </a:extLst>
          </p:cNvPr>
          <p:cNvSpPr/>
          <p:nvPr userDrawn="1"/>
        </p:nvSpPr>
        <p:spPr>
          <a:xfrm>
            <a:off x="8151812" y="567055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C60D2C4-E19C-088F-24AA-92F462879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08F9375-0CED-7A7E-FAD2-5469CE00A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3" name="Footer Placeholder 4">
            <a:extLst>
              <a:ext uri="{FF2B5EF4-FFF2-40B4-BE49-F238E27FC236}">
                <a16:creationId xmlns:a16="http://schemas.microsoft.com/office/drawing/2014/main" id="{C1791A8D-D5A1-DB56-D6C5-A82DB0F267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BE9D901E-58D4-3C47-262B-EA276B7F1D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4267200"/>
          </a:xfrm>
        </p:spPr>
        <p:txBody>
          <a:bodyPr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65760" indent="0">
              <a:lnSpc>
                <a:spcPct val="110000"/>
              </a:lnSpc>
              <a:buFont typeface="Arial" panose="020B0604020202020204" pitchFamily="34" charset="0"/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0">
              <a:lnSpc>
                <a:spcPct val="110000"/>
              </a:lnSpc>
              <a:buNone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15" name="Cross 14">
            <a:extLst>
              <a:ext uri="{FF2B5EF4-FFF2-40B4-BE49-F238E27FC236}">
                <a16:creationId xmlns:a16="http://schemas.microsoft.com/office/drawing/2014/main" id="{86C1A7B9-E319-130B-0CC8-DCB01B51A087}"/>
              </a:ext>
            </a:extLst>
          </p:cNvPr>
          <p:cNvSpPr/>
          <p:nvPr userDrawn="1"/>
        </p:nvSpPr>
        <p:spPr>
          <a:xfrm>
            <a:off x="7351712" y="44196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20652475-9C37-D778-F6B2-DE9F50F8571A}"/>
              </a:ext>
            </a:extLst>
          </p:cNvPr>
          <p:cNvSpPr/>
          <p:nvPr userDrawn="1"/>
        </p:nvSpPr>
        <p:spPr>
          <a:xfrm>
            <a:off x="8609012" y="-21999"/>
            <a:ext cx="3579812" cy="6901998"/>
          </a:xfrm>
          <a:custGeom>
            <a:avLst/>
            <a:gdLst>
              <a:gd name="connsiteX0" fmla="*/ 3450999 w 3579812"/>
              <a:gd name="connsiteY0" fmla="*/ 0 h 6901998"/>
              <a:gd name="connsiteX1" fmla="*/ 3579812 w 3579812"/>
              <a:gd name="connsiteY1" fmla="*/ 3257 h 6901998"/>
              <a:gd name="connsiteX2" fmla="*/ 3579812 w 3579812"/>
              <a:gd name="connsiteY2" fmla="*/ 6898741 h 6901998"/>
              <a:gd name="connsiteX3" fmla="*/ 3450999 w 3579812"/>
              <a:gd name="connsiteY3" fmla="*/ 6901998 h 6901998"/>
              <a:gd name="connsiteX4" fmla="*/ 0 w 3579812"/>
              <a:gd name="connsiteY4" fmla="*/ 3450999 h 6901998"/>
              <a:gd name="connsiteX5" fmla="*/ 3450999 w 3579812"/>
              <a:gd name="connsiteY5" fmla="*/ 0 h 6901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9812" h="6901998">
                <a:moveTo>
                  <a:pt x="3450999" y="0"/>
                </a:moveTo>
                <a:lnTo>
                  <a:pt x="3579812" y="3257"/>
                </a:lnTo>
                <a:lnTo>
                  <a:pt x="3579812" y="6898741"/>
                </a:lnTo>
                <a:lnTo>
                  <a:pt x="3450999" y="6901998"/>
                </a:lnTo>
                <a:cubicBezTo>
                  <a:pt x="1545065" y="6901998"/>
                  <a:pt x="0" y="5356933"/>
                  <a:pt x="0" y="3450999"/>
                </a:cubicBezTo>
                <a:cubicBezTo>
                  <a:pt x="0" y="1545065"/>
                  <a:pt x="1545065" y="0"/>
                  <a:pt x="3450999" y="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41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Computer Monit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7D5A8CDC-7BE6-361B-2965-88F977B1F050}"/>
              </a:ext>
            </a:extLst>
          </p:cNvPr>
          <p:cNvSpPr/>
          <p:nvPr userDrawn="1"/>
        </p:nvSpPr>
        <p:spPr>
          <a:xfrm>
            <a:off x="6704012" y="838202"/>
            <a:ext cx="5029198" cy="5029198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C13E5D-0B96-580C-032F-0323F5B935D3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97F2A9A7-1093-A563-8A0E-4C8DB0E669A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742112" y="1752600"/>
            <a:ext cx="4951066" cy="3810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E33374C0-ECC0-0DB1-D167-0EF643B5A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465CD4-231A-6C85-3D9B-E21738DB5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A583352B-64D3-C6FC-B554-91866CBEBC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47C9D80-85BC-5E0B-E24A-6217CFE72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0038AE2-F2EF-FEA5-D6B4-5C539A252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3962400"/>
          </a:xfrm>
        </p:spPr>
        <p:txBody>
          <a:bodyPr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657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0">
              <a:lnSpc>
                <a:spcPct val="110000"/>
              </a:lnSpc>
              <a:buNone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1F5E297-E771-7AE4-7311-0874043A4B3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045945" y="2057400"/>
            <a:ext cx="4343400" cy="2688336"/>
          </a:xfrm>
          <a:custGeom>
            <a:avLst/>
            <a:gdLst>
              <a:gd name="connsiteX0" fmla="*/ 25620 w 4343400"/>
              <a:gd name="connsiteY0" fmla="*/ 0 h 2688336"/>
              <a:gd name="connsiteX1" fmla="*/ 4317780 w 4343400"/>
              <a:gd name="connsiteY1" fmla="*/ 0 h 2688336"/>
              <a:gd name="connsiteX2" fmla="*/ 4343400 w 4343400"/>
              <a:gd name="connsiteY2" fmla="*/ 25620 h 2688336"/>
              <a:gd name="connsiteX3" fmla="*/ 4343400 w 4343400"/>
              <a:gd name="connsiteY3" fmla="*/ 2662716 h 2688336"/>
              <a:gd name="connsiteX4" fmla="*/ 4317780 w 4343400"/>
              <a:gd name="connsiteY4" fmla="*/ 2688336 h 2688336"/>
              <a:gd name="connsiteX5" fmla="*/ 25620 w 4343400"/>
              <a:gd name="connsiteY5" fmla="*/ 2688336 h 2688336"/>
              <a:gd name="connsiteX6" fmla="*/ 0 w 4343400"/>
              <a:gd name="connsiteY6" fmla="*/ 2662716 h 2688336"/>
              <a:gd name="connsiteX7" fmla="*/ 0 w 4343400"/>
              <a:gd name="connsiteY7" fmla="*/ 25620 h 2688336"/>
              <a:gd name="connsiteX8" fmla="*/ 25620 w 4343400"/>
              <a:gd name="connsiteY8" fmla="*/ 0 h 26883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43400" h="2688336">
                <a:moveTo>
                  <a:pt x="25620" y="0"/>
                </a:moveTo>
                <a:lnTo>
                  <a:pt x="4317780" y="0"/>
                </a:lnTo>
                <a:cubicBezTo>
                  <a:pt x="4331930" y="0"/>
                  <a:pt x="4343400" y="11470"/>
                  <a:pt x="4343400" y="25620"/>
                </a:cubicBezTo>
                <a:lnTo>
                  <a:pt x="4343400" y="2662716"/>
                </a:lnTo>
                <a:cubicBezTo>
                  <a:pt x="4343400" y="2676866"/>
                  <a:pt x="4331930" y="2688336"/>
                  <a:pt x="4317780" y="2688336"/>
                </a:cubicBezTo>
                <a:lnTo>
                  <a:pt x="25620" y="2688336"/>
                </a:lnTo>
                <a:cubicBezTo>
                  <a:pt x="11470" y="2688336"/>
                  <a:pt x="0" y="2676866"/>
                  <a:pt x="0" y="2662716"/>
                </a:cubicBezTo>
                <a:lnTo>
                  <a:pt x="0" y="25620"/>
                </a:lnTo>
                <a:cubicBezTo>
                  <a:pt x="0" y="11470"/>
                  <a:pt x="11470" y="0"/>
                  <a:pt x="2562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4572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97288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4761B-B29B-1C47-FAE9-6E0FA1543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12" y="685800"/>
            <a:ext cx="5687336" cy="5288730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defRPr sz="480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Cross 2">
            <a:extLst>
              <a:ext uri="{FF2B5EF4-FFF2-40B4-BE49-F238E27FC236}">
                <a16:creationId xmlns:a16="http://schemas.microsoft.com/office/drawing/2014/main" id="{9D098DB9-0987-4850-3A4E-90EECD01BFED}"/>
              </a:ext>
            </a:extLst>
          </p:cNvPr>
          <p:cNvSpPr/>
          <p:nvPr userDrawn="1"/>
        </p:nvSpPr>
        <p:spPr>
          <a:xfrm>
            <a:off x="7130149" y="3969437"/>
            <a:ext cx="640662" cy="640662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320F41B-7946-84A8-649E-B8D2394410B0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" r="42412"/>
          <a:stretch/>
        </p:blipFill>
        <p:spPr>
          <a:xfrm>
            <a:off x="7134779" y="533400"/>
            <a:ext cx="5054045" cy="5588000"/>
          </a:xfrm>
          <a:prstGeom prst="rect">
            <a:avLst/>
          </a:prstGeom>
        </p:spPr>
      </p:pic>
      <p:sp>
        <p:nvSpPr>
          <p:cNvPr id="6" name="Cross 5">
            <a:extLst>
              <a:ext uri="{FF2B5EF4-FFF2-40B4-BE49-F238E27FC236}">
                <a16:creationId xmlns:a16="http://schemas.microsoft.com/office/drawing/2014/main" id="{D3F324A7-F228-C486-182B-84D6C27A93B8}"/>
              </a:ext>
            </a:extLst>
          </p:cNvPr>
          <p:cNvSpPr/>
          <p:nvPr userDrawn="1"/>
        </p:nvSpPr>
        <p:spPr>
          <a:xfrm>
            <a:off x="6368151" y="2407337"/>
            <a:ext cx="640662" cy="640662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0" name="Picture Placeholder 20">
            <a:extLst>
              <a:ext uri="{FF2B5EF4-FFF2-40B4-BE49-F238E27FC236}">
                <a16:creationId xmlns:a16="http://schemas.microsoft.com/office/drawing/2014/main" id="{0EE33DD4-E993-7039-2B48-6FAFAE32A9F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19745" y="990600"/>
            <a:ext cx="4069080" cy="4384979"/>
          </a:xfrm>
          <a:custGeom>
            <a:avLst/>
            <a:gdLst>
              <a:gd name="connsiteX0" fmla="*/ 3553733 w 4390346"/>
              <a:gd name="connsiteY0" fmla="*/ 0 h 4693920"/>
              <a:gd name="connsiteX1" fmla="*/ 4390346 w 4390346"/>
              <a:gd name="connsiteY1" fmla="*/ 0 h 4693920"/>
              <a:gd name="connsiteX2" fmla="*/ 4390346 w 4390346"/>
              <a:gd name="connsiteY2" fmla="*/ 4690872 h 4693920"/>
              <a:gd name="connsiteX3" fmla="*/ 3721482 w 4390346"/>
              <a:gd name="connsiteY3" fmla="*/ 4690872 h 4693920"/>
              <a:gd name="connsiteX4" fmla="*/ 3721482 w 4390346"/>
              <a:gd name="connsiteY4" fmla="*/ 4693920 h 4693920"/>
              <a:gd name="connsiteX5" fmla="*/ 197252 w 4390346"/>
              <a:gd name="connsiteY5" fmla="*/ 4693920 h 4693920"/>
              <a:gd name="connsiteX6" fmla="*/ 167017 w 4390346"/>
              <a:gd name="connsiteY6" fmla="*/ 4690872 h 4693920"/>
              <a:gd name="connsiteX7" fmla="*/ 0 w 4390346"/>
              <a:gd name="connsiteY7" fmla="*/ 4690872 h 4693920"/>
              <a:gd name="connsiteX8" fmla="*/ 0 w 4390346"/>
              <a:gd name="connsiteY8" fmla="*/ 4232970 h 4693920"/>
              <a:gd name="connsiteX9" fmla="*/ 1 w 4390346"/>
              <a:gd name="connsiteY9" fmla="*/ 4232970 h 4693920"/>
              <a:gd name="connsiteX10" fmla="*/ 1 w 4390346"/>
              <a:gd name="connsiteY10" fmla="*/ 200299 h 4693920"/>
              <a:gd name="connsiteX11" fmla="*/ 197252 w 4390346"/>
              <a:gd name="connsiteY11" fmla="*/ 3048 h 4693920"/>
              <a:gd name="connsiteX12" fmla="*/ 3553733 w 4390346"/>
              <a:gd name="connsiteY12" fmla="*/ 3048 h 4693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390346" h="4693920">
                <a:moveTo>
                  <a:pt x="3553733" y="0"/>
                </a:moveTo>
                <a:lnTo>
                  <a:pt x="4390346" y="0"/>
                </a:lnTo>
                <a:lnTo>
                  <a:pt x="4390346" y="4690872"/>
                </a:lnTo>
                <a:lnTo>
                  <a:pt x="3721482" y="4690872"/>
                </a:lnTo>
                <a:lnTo>
                  <a:pt x="3721482" y="4693920"/>
                </a:lnTo>
                <a:lnTo>
                  <a:pt x="197252" y="4693920"/>
                </a:lnTo>
                <a:lnTo>
                  <a:pt x="167017" y="4690872"/>
                </a:lnTo>
                <a:lnTo>
                  <a:pt x="0" y="4690872"/>
                </a:lnTo>
                <a:lnTo>
                  <a:pt x="0" y="4232970"/>
                </a:lnTo>
                <a:lnTo>
                  <a:pt x="1" y="4232970"/>
                </a:lnTo>
                <a:lnTo>
                  <a:pt x="1" y="200299"/>
                </a:lnTo>
                <a:cubicBezTo>
                  <a:pt x="1" y="91360"/>
                  <a:pt x="88313" y="3048"/>
                  <a:pt x="197252" y="3048"/>
                </a:cubicBezTo>
                <a:lnTo>
                  <a:pt x="3553733" y="3048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4572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76470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Acc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7D5A8CDC-7BE6-361B-2965-88F977B1F050}"/>
              </a:ext>
            </a:extLst>
          </p:cNvPr>
          <p:cNvSpPr/>
          <p:nvPr userDrawn="1"/>
        </p:nvSpPr>
        <p:spPr>
          <a:xfrm>
            <a:off x="6361114" y="1317171"/>
            <a:ext cx="5029198" cy="5029198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C13E5D-0B96-580C-032F-0323F5B935D3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33374C0-ECC0-0DB1-D167-0EF643B5A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465CD4-231A-6C85-3D9B-E21738DB5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A583352B-64D3-C6FC-B554-91866CBEBC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47C9D80-85BC-5E0B-E24A-6217CFE72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0038AE2-F2EF-FEA5-D6B4-5C539A252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3962400"/>
          </a:xfrm>
        </p:spPr>
        <p:txBody>
          <a:bodyPr>
            <a:normAutofit/>
          </a:bodyPr>
          <a:lstStyle>
            <a:lvl1pPr marL="33147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65151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88011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6299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245870" indent="-285750">
              <a:lnSpc>
                <a:spcPct val="110000"/>
              </a:lnSpc>
              <a:buFont typeface="Arial" panose="020B0604020202020204" pitchFamily="34" charset="0"/>
              <a:buChar char="•"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20B2A3A-FF4C-298C-0165-DB61E8935F6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4413" y="2286000"/>
            <a:ext cx="5562600" cy="3962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893288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a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6C13E5D-0B96-580C-032F-0323F5B935D3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33374C0-ECC0-0DB1-D167-0EF643B5A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465CD4-231A-6C85-3D9B-E21738DB5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A583352B-64D3-C6FC-B554-91866CBEBC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47C9D80-85BC-5E0B-E24A-6217CFE72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0038AE2-F2EF-FEA5-D6B4-5C539A252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3962400"/>
          </a:xfrm>
        </p:spPr>
        <p:txBody>
          <a:bodyPr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31470" indent="-285750">
              <a:lnSpc>
                <a:spcPct val="11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-22860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-22860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-228600">
              <a:lnSpc>
                <a:spcPct val="110000"/>
              </a:lnSpc>
              <a:buFont typeface="Arial" panose="020B0604020202020204" pitchFamily="34" charset="0"/>
              <a:buChar char="•"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6EA47FDD-142D-1BE6-8057-A6CC1A71222C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6094413" y="2286000"/>
            <a:ext cx="5558794" cy="3962400"/>
          </a:xfrm>
        </p:spPr>
        <p:txBody>
          <a:bodyPr/>
          <a:lstStyle>
            <a:lvl1pPr marL="45720" indent="0">
              <a:buNone/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03946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E2E1990-ECE7-FA08-4966-BE3109399672}"/>
              </a:ext>
            </a:extLst>
          </p:cNvPr>
          <p:cNvSpPr/>
          <p:nvPr userDrawn="1"/>
        </p:nvSpPr>
        <p:spPr>
          <a:xfrm>
            <a:off x="7026044" y="0"/>
            <a:ext cx="4461334" cy="1981200"/>
          </a:xfrm>
          <a:custGeom>
            <a:avLst/>
            <a:gdLst>
              <a:gd name="connsiteX0" fmla="*/ 0 w 4461334"/>
              <a:gd name="connsiteY0" fmla="*/ 0 h 1981200"/>
              <a:gd name="connsiteX1" fmla="*/ 4461334 w 4461334"/>
              <a:gd name="connsiteY1" fmla="*/ 0 h 1981200"/>
              <a:gd name="connsiteX2" fmla="*/ 4432897 w 4461334"/>
              <a:gd name="connsiteY2" fmla="*/ 186331 h 1981200"/>
              <a:gd name="connsiteX3" fmla="*/ 2230667 w 4461334"/>
              <a:gd name="connsiteY3" fmla="*/ 1981200 h 1981200"/>
              <a:gd name="connsiteX4" fmla="*/ 28437 w 4461334"/>
              <a:gd name="connsiteY4" fmla="*/ 186331 h 1981200"/>
              <a:gd name="connsiteX5" fmla="*/ 0 w 4461334"/>
              <a:gd name="connsiteY5" fmla="*/ 0 h 198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1334" h="1981200">
                <a:moveTo>
                  <a:pt x="0" y="0"/>
                </a:moveTo>
                <a:lnTo>
                  <a:pt x="4461334" y="0"/>
                </a:lnTo>
                <a:lnTo>
                  <a:pt x="4432897" y="186331"/>
                </a:lnTo>
                <a:cubicBezTo>
                  <a:pt x="4223288" y="1210661"/>
                  <a:pt x="3316962" y="1981200"/>
                  <a:pt x="2230667" y="1981200"/>
                </a:cubicBezTo>
                <a:cubicBezTo>
                  <a:pt x="1144372" y="1981200"/>
                  <a:pt x="238046" y="1210661"/>
                  <a:pt x="28437" y="186331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E1D9EB0-EE8E-A9E8-9583-2D924EFA65AF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AC00260-F255-D312-3E7C-329EECDFD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9C7904-6373-06D6-713A-79D78DD61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0583D396-7FDF-332F-BEA4-791452AB13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157FA249-0BE5-21BF-D816-85FBE6C4BD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FD06F443-9595-7420-13F2-7AF883FDE5E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1293811" y="2743200"/>
            <a:ext cx="10134601" cy="35052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9171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B6A45E1A-7551-6F54-D038-074B58A3B73E}"/>
              </a:ext>
            </a:extLst>
          </p:cNvPr>
          <p:cNvSpPr/>
          <p:nvPr userDrawn="1"/>
        </p:nvSpPr>
        <p:spPr>
          <a:xfrm>
            <a:off x="7026044" y="0"/>
            <a:ext cx="4461334" cy="1981200"/>
          </a:xfrm>
          <a:custGeom>
            <a:avLst/>
            <a:gdLst>
              <a:gd name="connsiteX0" fmla="*/ 0 w 4461334"/>
              <a:gd name="connsiteY0" fmla="*/ 0 h 1981200"/>
              <a:gd name="connsiteX1" fmla="*/ 4461334 w 4461334"/>
              <a:gd name="connsiteY1" fmla="*/ 0 h 1981200"/>
              <a:gd name="connsiteX2" fmla="*/ 4432897 w 4461334"/>
              <a:gd name="connsiteY2" fmla="*/ 186331 h 1981200"/>
              <a:gd name="connsiteX3" fmla="*/ 2230667 w 4461334"/>
              <a:gd name="connsiteY3" fmla="*/ 1981200 h 1981200"/>
              <a:gd name="connsiteX4" fmla="*/ 28437 w 4461334"/>
              <a:gd name="connsiteY4" fmla="*/ 186331 h 1981200"/>
              <a:gd name="connsiteX5" fmla="*/ 0 w 4461334"/>
              <a:gd name="connsiteY5" fmla="*/ 0 h 198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1334" h="1981200">
                <a:moveTo>
                  <a:pt x="0" y="0"/>
                </a:moveTo>
                <a:lnTo>
                  <a:pt x="4461334" y="0"/>
                </a:lnTo>
                <a:lnTo>
                  <a:pt x="4432897" y="186331"/>
                </a:lnTo>
                <a:cubicBezTo>
                  <a:pt x="4223288" y="1210661"/>
                  <a:pt x="3316962" y="1981200"/>
                  <a:pt x="2230667" y="1981200"/>
                </a:cubicBezTo>
                <a:cubicBezTo>
                  <a:pt x="1144372" y="1981200"/>
                  <a:pt x="238046" y="1210661"/>
                  <a:pt x="28437" y="186331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5C97BE-6AF8-5928-B560-739552D148BA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Cross 5">
            <a:extLst>
              <a:ext uri="{FF2B5EF4-FFF2-40B4-BE49-F238E27FC236}">
                <a16:creationId xmlns:a16="http://schemas.microsoft.com/office/drawing/2014/main" id="{049F4FA0-ECA1-9CE1-60CD-491656F225D3}"/>
              </a:ext>
            </a:extLst>
          </p:cNvPr>
          <p:cNvSpPr/>
          <p:nvPr userDrawn="1"/>
        </p:nvSpPr>
        <p:spPr>
          <a:xfrm>
            <a:off x="6683143" y="13970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7" name="Cross 6">
            <a:extLst>
              <a:ext uri="{FF2B5EF4-FFF2-40B4-BE49-F238E27FC236}">
                <a16:creationId xmlns:a16="http://schemas.microsoft.com/office/drawing/2014/main" id="{E0F6845B-3635-28EA-BA6E-5535FE48E8B0}"/>
              </a:ext>
            </a:extLst>
          </p:cNvPr>
          <p:cNvSpPr/>
          <p:nvPr userDrawn="1"/>
        </p:nvSpPr>
        <p:spPr>
          <a:xfrm>
            <a:off x="11085513" y="56388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1B5BD44-F42D-3B65-BB68-E5C76C4E0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6F22956-4B4B-B972-CE6C-282D1D591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Footer Placeholder 4">
            <a:extLst>
              <a:ext uri="{FF2B5EF4-FFF2-40B4-BE49-F238E27FC236}">
                <a16:creationId xmlns:a16="http://schemas.microsoft.com/office/drawing/2014/main" id="{C319E7A6-A7BC-1FD9-6936-D83244A4083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2180FD49-43D5-4D47-7DA7-BF05B579F2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11B92F8-C070-2CE8-09EC-DAB8F879C21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293812" y="2438400"/>
            <a:ext cx="4911725" cy="4114799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lnSpc>
                <a:spcPct val="110000"/>
              </a:lnSpc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A79808F-B1FF-C536-B44F-59CEA545BFD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516689" y="2438400"/>
            <a:ext cx="4911725" cy="4114799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lnSpc>
                <a:spcPct val="110000"/>
              </a:lnSpc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015491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B09E2F69-D76D-62CD-4B4B-52AB2F720DE4}"/>
              </a:ext>
            </a:extLst>
          </p:cNvPr>
          <p:cNvSpPr/>
          <p:nvPr userDrawn="1"/>
        </p:nvSpPr>
        <p:spPr>
          <a:xfrm>
            <a:off x="9958158" y="0"/>
            <a:ext cx="2230666" cy="1981200"/>
          </a:xfrm>
          <a:custGeom>
            <a:avLst/>
            <a:gdLst>
              <a:gd name="connsiteX0" fmla="*/ 0 w 2230666"/>
              <a:gd name="connsiteY0" fmla="*/ 0 h 1981200"/>
              <a:gd name="connsiteX1" fmla="*/ 2230666 w 2230666"/>
              <a:gd name="connsiteY1" fmla="*/ 0 h 1981200"/>
              <a:gd name="connsiteX2" fmla="*/ 2230666 w 2230666"/>
              <a:gd name="connsiteY2" fmla="*/ 1981200 h 1981200"/>
              <a:gd name="connsiteX3" fmla="*/ 2029222 w 2230666"/>
              <a:gd name="connsiteY3" fmla="*/ 1972296 h 1981200"/>
              <a:gd name="connsiteX4" fmla="*/ 28437 w 2230666"/>
              <a:gd name="connsiteY4" fmla="*/ 186331 h 198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30666" h="1981200">
                <a:moveTo>
                  <a:pt x="0" y="0"/>
                </a:moveTo>
                <a:lnTo>
                  <a:pt x="2230666" y="0"/>
                </a:lnTo>
                <a:lnTo>
                  <a:pt x="2230666" y="1981200"/>
                </a:lnTo>
                <a:lnTo>
                  <a:pt x="2029222" y="1972296"/>
                </a:lnTo>
                <a:cubicBezTo>
                  <a:pt x="1033803" y="1883891"/>
                  <a:pt x="224946" y="1146640"/>
                  <a:pt x="28437" y="186331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5C97BE-6AF8-5928-B560-739552D148BA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ross 2">
            <a:extLst>
              <a:ext uri="{FF2B5EF4-FFF2-40B4-BE49-F238E27FC236}">
                <a16:creationId xmlns:a16="http://schemas.microsoft.com/office/drawing/2014/main" id="{A0041296-BAB4-9340-D4A7-59FD619AC52B}"/>
              </a:ext>
            </a:extLst>
          </p:cNvPr>
          <p:cNvSpPr/>
          <p:nvPr userDrawn="1"/>
        </p:nvSpPr>
        <p:spPr>
          <a:xfrm>
            <a:off x="7847012" y="3810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5" name="Cross 4">
            <a:extLst>
              <a:ext uri="{FF2B5EF4-FFF2-40B4-BE49-F238E27FC236}">
                <a16:creationId xmlns:a16="http://schemas.microsoft.com/office/drawing/2014/main" id="{FFABB0BB-C379-786D-46F1-DEB6A507EA80}"/>
              </a:ext>
            </a:extLst>
          </p:cNvPr>
          <p:cNvSpPr/>
          <p:nvPr userDrawn="1"/>
        </p:nvSpPr>
        <p:spPr>
          <a:xfrm>
            <a:off x="8559685" y="10668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20BDC478-129E-9690-F10A-A1F679ABD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BD29393-4996-16FE-FC38-2447AE812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5" name="Footer Placeholder 4">
            <a:extLst>
              <a:ext uri="{FF2B5EF4-FFF2-40B4-BE49-F238E27FC236}">
                <a16:creationId xmlns:a16="http://schemas.microsoft.com/office/drawing/2014/main" id="{2FB2C37F-01F4-8BDA-35AA-8F8EBC5540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EF45931A-8732-7A9F-4CEE-22AA3831A4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11B92F8-C070-2CE8-09EC-DAB8F879C21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293812" y="2286000"/>
            <a:ext cx="4911725" cy="4267200"/>
          </a:xfrm>
        </p:spPr>
        <p:txBody>
          <a:bodyPr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657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0">
              <a:lnSpc>
                <a:spcPct val="110000"/>
              </a:lnSpc>
              <a:buNone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A79808F-B1FF-C536-B44F-59CEA545BFD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516689" y="2286000"/>
            <a:ext cx="4911725" cy="4267200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lnSpc>
                <a:spcPct val="110000"/>
              </a:lnSpc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254294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gradFill>
          <a:gsLst>
            <a:gs pos="0">
              <a:schemeClr val="accent2">
                <a:lumMod val="110000"/>
                <a:satMod val="105000"/>
                <a:tint val="67000"/>
                <a:alpha val="0"/>
              </a:schemeClr>
            </a:gs>
            <a:gs pos="100000">
              <a:schemeClr val="bg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5FB068A-9EE1-FCD9-54F9-D1322A68868B}"/>
              </a:ext>
            </a:extLst>
          </p:cNvPr>
          <p:cNvSpPr/>
          <p:nvPr userDrawn="1"/>
        </p:nvSpPr>
        <p:spPr>
          <a:xfrm>
            <a:off x="2132012" y="0"/>
            <a:ext cx="7924800" cy="6858000"/>
          </a:xfrm>
          <a:custGeom>
            <a:avLst/>
            <a:gdLst>
              <a:gd name="connsiteX0" fmla="*/ 1982890 w 7924800"/>
              <a:gd name="connsiteY0" fmla="*/ 0 h 6858000"/>
              <a:gd name="connsiteX1" fmla="*/ 5941911 w 7924800"/>
              <a:gd name="connsiteY1" fmla="*/ 0 h 6858000"/>
              <a:gd name="connsiteX2" fmla="*/ 6177816 w 7924800"/>
              <a:gd name="connsiteY2" fmla="*/ 143316 h 6858000"/>
              <a:gd name="connsiteX3" fmla="*/ 7924800 w 7924800"/>
              <a:gd name="connsiteY3" fmla="*/ 3429000 h 6858000"/>
              <a:gd name="connsiteX4" fmla="*/ 6017049 w 7924800"/>
              <a:gd name="connsiteY4" fmla="*/ 6817750 h 6858000"/>
              <a:gd name="connsiteX5" fmla="*/ 5947047 w 7924800"/>
              <a:gd name="connsiteY5" fmla="*/ 6858000 h 6858000"/>
              <a:gd name="connsiteX6" fmla="*/ 1977753 w 7924800"/>
              <a:gd name="connsiteY6" fmla="*/ 6858000 h 6858000"/>
              <a:gd name="connsiteX7" fmla="*/ 1907752 w 7924800"/>
              <a:gd name="connsiteY7" fmla="*/ 6817750 h 6858000"/>
              <a:gd name="connsiteX8" fmla="*/ 0 w 7924800"/>
              <a:gd name="connsiteY8" fmla="*/ 3429000 h 6858000"/>
              <a:gd name="connsiteX9" fmla="*/ 1746985 w 7924800"/>
              <a:gd name="connsiteY9" fmla="*/ 1433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924800" h="6858000">
                <a:moveTo>
                  <a:pt x="1982890" y="0"/>
                </a:moveTo>
                <a:lnTo>
                  <a:pt x="5941911" y="0"/>
                </a:lnTo>
                <a:lnTo>
                  <a:pt x="6177816" y="143316"/>
                </a:lnTo>
                <a:cubicBezTo>
                  <a:pt x="7231821" y="855388"/>
                  <a:pt x="7924800" y="2061267"/>
                  <a:pt x="7924800" y="3429000"/>
                </a:cubicBezTo>
                <a:cubicBezTo>
                  <a:pt x="7924800" y="4865120"/>
                  <a:pt x="7160790" y="6122796"/>
                  <a:pt x="6017049" y="6817750"/>
                </a:cubicBezTo>
                <a:lnTo>
                  <a:pt x="5947047" y="6858000"/>
                </a:lnTo>
                <a:lnTo>
                  <a:pt x="1977753" y="6858000"/>
                </a:lnTo>
                <a:lnTo>
                  <a:pt x="1907752" y="6817750"/>
                </a:lnTo>
                <a:cubicBezTo>
                  <a:pt x="764010" y="6122796"/>
                  <a:pt x="0" y="4865120"/>
                  <a:pt x="0" y="3429000"/>
                </a:cubicBezTo>
                <a:cubicBezTo>
                  <a:pt x="0" y="2061267"/>
                  <a:pt x="692980" y="855388"/>
                  <a:pt x="1746985" y="143316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6A409372-199C-2F3B-65CD-ADC2E45B43B7}"/>
              </a:ext>
            </a:extLst>
          </p:cNvPr>
          <p:cNvSpPr/>
          <p:nvPr userDrawn="1"/>
        </p:nvSpPr>
        <p:spPr>
          <a:xfrm>
            <a:off x="5561012" y="2022021"/>
            <a:ext cx="838200" cy="2813960"/>
          </a:xfrm>
          <a:prstGeom prst="leftBrace">
            <a:avLst>
              <a:gd name="adj1" fmla="val 34932"/>
              <a:gd name="adj2" fmla="val 50000"/>
            </a:avLst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47599E9-7877-89FF-8C57-FEF4C3C86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812" y="495300"/>
            <a:ext cx="4572000" cy="5867400"/>
          </a:xfrm>
        </p:spPr>
        <p:txBody>
          <a:bodyPr anchor="ctr">
            <a:normAutofit/>
          </a:bodyPr>
          <a:lstStyle>
            <a:lvl1pPr marL="0" indent="0" algn="r">
              <a:lnSpc>
                <a:spcPct val="110000"/>
              </a:lnSpc>
              <a:defRPr sz="480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22A2F27B-8DDF-057C-B969-50B4B8C3D2A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768305" y="2247900"/>
            <a:ext cx="4443413" cy="2400300"/>
          </a:xfrm>
        </p:spPr>
        <p:txBody>
          <a:bodyPr anchor="ctr">
            <a:normAutofit/>
          </a:bodyPr>
          <a:lstStyle>
            <a:lvl1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3367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1065212" y="533400"/>
            <a:ext cx="8686801" cy="1066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5212" y="1828800"/>
            <a:ext cx="8686801" cy="4191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5213" y="6155267"/>
            <a:ext cx="5653087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32612" y="6155267"/>
            <a:ext cx="1371600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2812" y="6155267"/>
            <a:ext cx="1219201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7670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2" r:id="rId2"/>
    <p:sldLayoutId id="2147483695" r:id="rId3"/>
    <p:sldLayoutId id="2147483685" r:id="rId4"/>
    <p:sldLayoutId id="2147483662" r:id="rId5"/>
    <p:sldLayoutId id="2147483682" r:id="rId6"/>
    <p:sldLayoutId id="2147483696" r:id="rId7"/>
    <p:sldLayoutId id="2147483693" r:id="rId8"/>
    <p:sldLayoutId id="2147483692" r:id="rId9"/>
    <p:sldLayoutId id="2147483676" r:id="rId10"/>
    <p:sldLayoutId id="2147483665" r:id="rId11"/>
    <p:sldLayoutId id="2147483688" r:id="rId12"/>
    <p:sldLayoutId id="2147483686" r:id="rId13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7724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6012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3716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3444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37160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150876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164592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>
                <a:lumMod val="110000"/>
                <a:satMod val="105000"/>
                <a:tint val="67000"/>
                <a:alpha val="0"/>
              </a:schemeClr>
            </a:gs>
            <a:gs pos="100000">
              <a:schemeClr val="bg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84212" y="723900"/>
            <a:ext cx="10287000" cy="4457700"/>
          </a:xfrm>
        </p:spPr>
        <p:txBody>
          <a:bodyPr anchor="b">
            <a:normAutofit fontScale="90000"/>
          </a:bodyPr>
          <a:lstStyle/>
          <a:p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sz="4000" dirty="0"/>
              <a:t>Shipping Cost Calculator</a:t>
            </a:r>
            <a:br>
              <a:rPr lang="en-US" dirty="0"/>
            </a:br>
            <a:r>
              <a:rPr lang="en-US" sz="6000" dirty="0" err="1"/>
              <a:t>Testarea</a:t>
            </a:r>
            <a:r>
              <a:rPr lang="en-US" sz="6000" dirty="0"/>
              <a:t> </a:t>
            </a:r>
            <a:r>
              <a:rPr lang="en-US" sz="6000" dirty="0" err="1"/>
              <a:t>Sistemelor</a:t>
            </a:r>
            <a:r>
              <a:rPr lang="en-US" sz="6000" dirty="0"/>
              <a:t> Software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684212" y="4941168"/>
            <a:ext cx="10287000" cy="1192932"/>
          </a:xfrm>
        </p:spPr>
        <p:txBody>
          <a:bodyPr>
            <a:noAutofit/>
          </a:bodyPr>
          <a:lstStyle/>
          <a:p>
            <a:r>
              <a:rPr lang="en-US" sz="3200" dirty="0"/>
              <a:t>Ionescu Dumitru Andrei</a:t>
            </a:r>
            <a:br>
              <a:rPr lang="en-US" sz="3200" dirty="0"/>
            </a:br>
            <a:r>
              <a:rPr lang="en-US" sz="3200" dirty="0"/>
              <a:t>Grupa 342</a:t>
            </a:r>
          </a:p>
        </p:txBody>
      </p:sp>
    </p:spTree>
    <p:extLst>
      <p:ext uri="{BB962C8B-B14F-4D97-AF65-F5344CB8AC3E}">
        <p14:creationId xmlns:p14="http://schemas.microsoft.com/office/powerpoint/2010/main" val="36581281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B95A416-05FC-CE36-FB78-577BDA375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/>
          <a:p>
            <a:fld id="{AAEAE4A8-A6E5-453E-B946-FB774B73F48C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274" y="609600"/>
            <a:ext cx="8455546" cy="59436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b="1" dirty="0" err="1"/>
              <a:t>Descriere</a:t>
            </a:r>
            <a:endParaRPr lang="en-US" sz="4000" b="1" dirty="0"/>
          </a:p>
          <a:p>
            <a:endParaRPr lang="en-US" sz="2000" dirty="0"/>
          </a:p>
          <a:p>
            <a:r>
              <a:rPr lang="en-US" sz="2000" dirty="0" err="1"/>
              <a:t>Aplicatia</a:t>
            </a:r>
            <a:r>
              <a:rPr lang="en-US" sz="2000" dirty="0"/>
              <a:t> </a:t>
            </a:r>
            <a:r>
              <a:rPr lang="en-US" sz="2000" dirty="0" err="1"/>
              <a:t>calculeaza</a:t>
            </a:r>
            <a:r>
              <a:rPr lang="en-US" sz="2000" dirty="0"/>
              <a:t> </a:t>
            </a:r>
            <a:r>
              <a:rPr lang="en-US" sz="2000" dirty="0" err="1"/>
              <a:t>costul</a:t>
            </a:r>
            <a:r>
              <a:rPr lang="en-US" sz="2000" dirty="0"/>
              <a:t> total de </a:t>
            </a:r>
            <a:r>
              <a:rPr lang="en-US" sz="2000" dirty="0" err="1"/>
              <a:t>livrare</a:t>
            </a:r>
            <a:r>
              <a:rPr lang="en-US" sz="2000" dirty="0"/>
              <a:t> al </a:t>
            </a:r>
            <a:r>
              <a:rPr lang="en-US" sz="2000" dirty="0" err="1"/>
              <a:t>unor</a:t>
            </a:r>
            <a:r>
              <a:rPr lang="en-US" sz="2000" dirty="0"/>
              <a:t> </a:t>
            </a:r>
            <a:r>
              <a:rPr lang="en-US" sz="2000" dirty="0" err="1"/>
              <a:t>colete</a:t>
            </a:r>
            <a:r>
              <a:rPr lang="en-US" sz="2000" dirty="0"/>
              <a:t>, </a:t>
            </a:r>
            <a:r>
              <a:rPr lang="en-US" sz="2000" dirty="0" err="1"/>
              <a:t>fiecare</a:t>
            </a:r>
            <a:r>
              <a:rPr lang="en-US" sz="2000" dirty="0"/>
              <a:t> </a:t>
            </a:r>
            <a:r>
              <a:rPr lang="en-US" sz="2000" dirty="0" err="1"/>
              <a:t>dintre</a:t>
            </a:r>
            <a:r>
              <a:rPr lang="en-US" sz="2000" dirty="0"/>
              <a:t> </a:t>
            </a:r>
            <a:r>
              <a:rPr lang="en-US" sz="2000" dirty="0" err="1"/>
              <a:t>ele</a:t>
            </a:r>
            <a:r>
              <a:rPr lang="en-US" sz="2000" dirty="0"/>
              <a:t> </a:t>
            </a:r>
            <a:r>
              <a:rPr lang="en-US" sz="2000" dirty="0" err="1"/>
              <a:t>avand</a:t>
            </a:r>
            <a:r>
              <a:rPr lang="en-US" sz="2000" dirty="0"/>
              <a:t> 3 </a:t>
            </a:r>
            <a:r>
              <a:rPr lang="en-US" sz="2000" dirty="0" err="1"/>
              <a:t>parametri</a:t>
            </a:r>
            <a:r>
              <a:rPr lang="en-US" sz="2000" dirty="0"/>
              <a:t>:</a:t>
            </a:r>
          </a:p>
          <a:p>
            <a:endParaRPr lang="en-US" sz="2000" dirty="0"/>
          </a:p>
          <a:p>
            <a:r>
              <a:rPr lang="en-US" sz="2000" dirty="0"/>
              <a:t>-</a:t>
            </a:r>
            <a:r>
              <a:rPr lang="en-US" sz="2000" dirty="0" err="1"/>
              <a:t>distanta</a:t>
            </a:r>
            <a:endParaRPr lang="en-US" sz="2000" dirty="0"/>
          </a:p>
          <a:p>
            <a:r>
              <a:rPr lang="en-US" sz="2000" dirty="0"/>
              <a:t>-</a:t>
            </a:r>
            <a:r>
              <a:rPr lang="en-US" sz="2000" dirty="0" err="1"/>
              <a:t>greutate</a:t>
            </a:r>
            <a:endParaRPr lang="en-US" sz="2000" dirty="0"/>
          </a:p>
          <a:p>
            <a:r>
              <a:rPr lang="en-US" sz="2000" dirty="0"/>
              <a:t>-</a:t>
            </a:r>
            <a:r>
              <a:rPr lang="en-US" sz="2000" dirty="0" err="1"/>
              <a:t>fragilitate</a:t>
            </a:r>
            <a:endParaRPr lang="en-US" sz="2000" dirty="0"/>
          </a:p>
          <a:p>
            <a:endParaRPr lang="en-US" sz="2000" dirty="0"/>
          </a:p>
          <a:p>
            <a:r>
              <a:rPr lang="en-US" sz="2000" dirty="0" err="1"/>
              <a:t>Scopul</a:t>
            </a:r>
            <a:r>
              <a:rPr lang="en-US" sz="2000" dirty="0"/>
              <a:t> </a:t>
            </a:r>
            <a:r>
              <a:rPr lang="en-US" sz="2000" dirty="0" err="1"/>
              <a:t>proiectului</a:t>
            </a:r>
            <a:r>
              <a:rPr lang="en-US" sz="2000" dirty="0"/>
              <a:t> </a:t>
            </a:r>
            <a:r>
              <a:rPr lang="en-US" sz="2000" dirty="0" err="1"/>
              <a:t>este</a:t>
            </a:r>
            <a:r>
              <a:rPr lang="en-US" sz="2000" dirty="0"/>
              <a:t> </a:t>
            </a:r>
            <a:r>
              <a:rPr lang="en-US" sz="2000" dirty="0" err="1"/>
              <a:t>aplicarea</a:t>
            </a:r>
            <a:r>
              <a:rPr lang="en-US" sz="2000" dirty="0"/>
              <a:t> </a:t>
            </a:r>
            <a:r>
              <a:rPr lang="en-US" sz="2000" dirty="0" err="1"/>
              <a:t>metodelor</a:t>
            </a:r>
            <a:r>
              <a:rPr lang="en-US" sz="2000" dirty="0"/>
              <a:t> de </a:t>
            </a:r>
            <a:r>
              <a:rPr lang="en-US" sz="2000" dirty="0" err="1"/>
              <a:t>testare</a:t>
            </a:r>
            <a:r>
              <a:rPr lang="en-US" sz="2000" dirty="0"/>
              <a:t> </a:t>
            </a:r>
            <a:r>
              <a:rPr lang="en-US" sz="2000" dirty="0" err="1"/>
              <a:t>invatate</a:t>
            </a:r>
            <a:r>
              <a:rPr lang="en-US" sz="2000" dirty="0"/>
              <a:t> la curs.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6373106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2" y="764704"/>
            <a:ext cx="4914900" cy="1292696"/>
          </a:xfrm>
        </p:spPr>
        <p:txBody>
          <a:bodyPr>
            <a:normAutofit/>
          </a:bodyPr>
          <a:lstStyle/>
          <a:p>
            <a:r>
              <a:rPr lang="en-US" sz="4000" dirty="0" err="1"/>
              <a:t>Specificatie</a:t>
            </a:r>
            <a:endParaRPr lang="en-US" sz="4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21D1C7-0250-310E-600C-FA985A7F7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/>
          <a:p>
            <a:fld id="{AAEAE4A8-A6E5-453E-B946-FB774B73F48C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274" y="1844824"/>
            <a:ext cx="4572000" cy="440357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o-RO" sz="2000" dirty="0"/>
              <a:t>- lista goala</a:t>
            </a:r>
            <a:r>
              <a:rPr lang="en-US" sz="2000" dirty="0"/>
              <a:t>-&gt;</a:t>
            </a:r>
            <a:r>
              <a:rPr lang="ro-RO" sz="2000" dirty="0"/>
              <a:t>ValueError</a:t>
            </a:r>
            <a:br>
              <a:rPr lang="ro-RO" sz="2000" dirty="0"/>
            </a:br>
            <a:r>
              <a:rPr lang="ro-RO" sz="2000" dirty="0"/>
              <a:t>- distance ≤ 0 sau weight ≤ 0 </a:t>
            </a:r>
            <a:r>
              <a:rPr lang="en-US" sz="2000" dirty="0"/>
              <a:t>-&gt;</a:t>
            </a:r>
            <a:r>
              <a:rPr lang="ro-RO" sz="2000" dirty="0"/>
              <a:t> ValueError</a:t>
            </a:r>
            <a:br>
              <a:rPr lang="ro-RO" sz="2000" dirty="0"/>
            </a:br>
            <a:r>
              <a:rPr lang="ro-RO" sz="2000" dirty="0"/>
              <a:t>- distance &gt; 1000 </a:t>
            </a:r>
            <a:r>
              <a:rPr lang="en-US" sz="2000" dirty="0"/>
              <a:t>-&gt;</a:t>
            </a:r>
            <a:r>
              <a:rPr lang="ro-RO" sz="2000" dirty="0"/>
              <a:t> ValueError</a:t>
            </a:r>
            <a:br>
              <a:rPr lang="ro-RO" sz="2000" dirty="0"/>
            </a:br>
            <a:r>
              <a:rPr lang="ro-RO" sz="2000" dirty="0"/>
              <a:t>- weight &gt; 200 </a:t>
            </a:r>
            <a:r>
              <a:rPr lang="en-US" sz="2000" dirty="0"/>
              <a:t>-&gt;</a:t>
            </a:r>
            <a:r>
              <a:rPr lang="ro-RO" sz="2000" dirty="0"/>
              <a:t> ValueError</a:t>
            </a:r>
            <a:br>
              <a:rPr lang="ro-RO" sz="2000" dirty="0"/>
            </a:br>
            <a:br>
              <a:rPr lang="ro-RO" sz="2000" dirty="0"/>
            </a:br>
            <a:r>
              <a:rPr lang="ro-RO" sz="2000" dirty="0"/>
              <a:t>- distance &lt; 5 si weight &lt; 5 </a:t>
            </a:r>
            <a:r>
              <a:rPr lang="en-US" sz="2000" dirty="0"/>
              <a:t>-&gt;</a:t>
            </a:r>
            <a:r>
              <a:rPr lang="ro-RO" sz="2000" dirty="0"/>
              <a:t> cost fix 15</a:t>
            </a:r>
            <a:br>
              <a:rPr lang="ro-RO" sz="2000" dirty="0"/>
            </a:br>
            <a:r>
              <a:rPr lang="ro-RO" sz="2000" dirty="0"/>
              <a:t>- altfel </a:t>
            </a:r>
            <a:r>
              <a:rPr lang="en-US" sz="2000" dirty="0"/>
              <a:t>-&gt;</a:t>
            </a:r>
            <a:r>
              <a:rPr lang="ro-RO" sz="2000" dirty="0"/>
              <a:t> formula:</a:t>
            </a:r>
            <a:br>
              <a:rPr lang="ro-RO" sz="2000" dirty="0"/>
            </a:br>
            <a:r>
              <a:rPr lang="ro-RO" sz="2000" dirty="0"/>
              <a:t>10 + distance + max(0, 2*(weight-2))</a:t>
            </a:r>
            <a:br>
              <a:rPr lang="ro-RO" sz="2000" dirty="0"/>
            </a:br>
            <a:br>
              <a:rPr lang="ro-RO" sz="2000" dirty="0"/>
            </a:br>
            <a:r>
              <a:rPr lang="ro-RO" sz="2000" dirty="0"/>
              <a:t>- fragil </a:t>
            </a:r>
            <a:r>
              <a:rPr lang="en-US" sz="2000" dirty="0"/>
              <a:t>-&gt; </a:t>
            </a:r>
            <a:r>
              <a:rPr lang="ro-RO" sz="2000" dirty="0"/>
              <a:t>cost * 1.5</a:t>
            </a:r>
          </a:p>
        </p:txBody>
      </p:sp>
      <p:pic>
        <p:nvPicPr>
          <p:cNvPr id="21" name="Picture Placeholder 20" descr="Charts on a computer monitor">
            <a:extLst>
              <a:ext uri="{FF2B5EF4-FFF2-40B4-BE49-F238E27FC236}">
                <a16:creationId xmlns:a16="http://schemas.microsoft.com/office/drawing/2014/main" id="{E453EF88-26E8-95DB-8E27-6A42911C63F6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" b="28"/>
          <a:stretch/>
        </p:blipFill>
        <p:spPr>
          <a:xfrm>
            <a:off x="7045945" y="2057400"/>
            <a:ext cx="4343400" cy="2688336"/>
          </a:xfrm>
        </p:spPr>
      </p:pic>
    </p:spTree>
    <p:extLst>
      <p:ext uri="{BB962C8B-B14F-4D97-AF65-F5344CB8AC3E}">
        <p14:creationId xmlns:p14="http://schemas.microsoft.com/office/powerpoint/2010/main" val="3388139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012" y="685800"/>
            <a:ext cx="7142584" cy="5288730"/>
          </a:xfrm>
        </p:spPr>
        <p:txBody>
          <a:bodyPr anchor="b">
            <a:normAutofit/>
          </a:bodyPr>
          <a:lstStyle/>
          <a:p>
            <a:r>
              <a:rPr lang="en-US" sz="4000" dirty="0" err="1"/>
              <a:t>Testare</a:t>
            </a:r>
            <a:r>
              <a:rPr lang="en-US" sz="4000" dirty="0"/>
              <a:t> </a:t>
            </a:r>
            <a:r>
              <a:rPr lang="en-US" sz="4000" dirty="0" err="1"/>
              <a:t>functionala</a:t>
            </a:r>
            <a:br>
              <a:rPr lang="en-US" dirty="0"/>
            </a:br>
            <a:br>
              <a:rPr lang="en-US" dirty="0"/>
            </a:br>
            <a:r>
              <a:rPr lang="ro-RO" sz="2000" b="0" dirty="0"/>
              <a:t>Metode folosite:</a:t>
            </a:r>
            <a:br>
              <a:rPr lang="ro-RO" sz="2000" b="0" dirty="0"/>
            </a:br>
            <a:br>
              <a:rPr lang="ro-RO" sz="2000" b="0" dirty="0"/>
            </a:br>
            <a:r>
              <a:rPr lang="ro-RO" sz="2000" b="0" dirty="0"/>
              <a:t>- partitionare in clase de echivalenta</a:t>
            </a:r>
            <a:br>
              <a:rPr lang="ro-RO" sz="2000" b="0" dirty="0"/>
            </a:br>
            <a:r>
              <a:rPr lang="ro-RO" sz="2000" b="0" dirty="0"/>
              <a:t>- analiza valorilor de frontiera</a:t>
            </a:r>
            <a:br>
              <a:rPr lang="ro-RO" sz="2000" b="0" dirty="0"/>
            </a:br>
            <a:br>
              <a:rPr lang="ro-RO" sz="2000" b="0" dirty="0"/>
            </a:br>
            <a:r>
              <a:rPr lang="ro-RO" sz="2000" b="0" dirty="0"/>
              <a:t>Exemple:</a:t>
            </a:r>
            <a:br>
              <a:rPr lang="ro-RO" sz="2000" b="0" dirty="0"/>
            </a:br>
            <a:r>
              <a:rPr lang="ro-RO" sz="2000" b="0" dirty="0"/>
              <a:t>- valori invalide (0, -1, &gt;1000)</a:t>
            </a:r>
            <a:br>
              <a:rPr lang="ro-RO" sz="2000" b="0" dirty="0"/>
            </a:br>
            <a:r>
              <a:rPr lang="ro-RO" sz="2000" b="0" dirty="0"/>
              <a:t>- praguri (5, 2, 200)</a:t>
            </a:r>
            <a:br>
              <a:rPr lang="ro-RO" sz="2000" b="0" dirty="0"/>
            </a:br>
            <a:r>
              <a:rPr lang="ro-RO" sz="2000" b="0" dirty="0"/>
              <a:t>- cazuri valide si invalide</a:t>
            </a:r>
            <a:br>
              <a:rPr lang="en-US" sz="2000" b="0" dirty="0"/>
            </a:br>
            <a:endParaRPr lang="en-US" b="0" dirty="0"/>
          </a:p>
        </p:txBody>
      </p:sp>
      <p:pic>
        <p:nvPicPr>
          <p:cNvPr id="45" name="Picture Placeholder 44" descr="Charts on a laptop screen">
            <a:extLst>
              <a:ext uri="{FF2B5EF4-FFF2-40B4-BE49-F238E27FC236}">
                <a16:creationId xmlns:a16="http://schemas.microsoft.com/office/drawing/2014/main" id="{9731B764-336F-5EF9-5FCF-4EA90ACB8D9C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7" r="41931"/>
          <a:stretch/>
        </p:blipFill>
        <p:spPr>
          <a:xfrm>
            <a:off x="8120063" y="990600"/>
            <a:ext cx="4068762" cy="4384675"/>
          </a:xfrm>
        </p:spPr>
      </p:pic>
    </p:spTree>
    <p:extLst>
      <p:ext uri="{BB962C8B-B14F-4D97-AF65-F5344CB8AC3E}">
        <p14:creationId xmlns:p14="http://schemas.microsoft.com/office/powerpoint/2010/main" val="27287783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F75DE-8A44-4EC5-83C6-95BDDF10D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990600"/>
            <a:ext cx="4914900" cy="1066800"/>
          </a:xfrm>
        </p:spPr>
        <p:txBody>
          <a:bodyPr anchor="t">
            <a:normAutofit/>
          </a:bodyPr>
          <a:lstStyle/>
          <a:p>
            <a:r>
              <a:rPr lang="en-US" sz="4000" dirty="0" err="1"/>
              <a:t>Testare</a:t>
            </a:r>
            <a:r>
              <a:rPr lang="en-US" sz="4000" dirty="0"/>
              <a:t> </a:t>
            </a:r>
            <a:r>
              <a:rPr lang="en-US" sz="4000" dirty="0" err="1"/>
              <a:t>structurala</a:t>
            </a:r>
            <a:br>
              <a:rPr lang="en-US" sz="4000" dirty="0"/>
            </a:br>
            <a:endParaRPr lang="en-US" sz="4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C864D93-77B3-30E7-82AA-970D214AB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/>
          <a:p>
            <a:fld id="{AAEAE4A8-A6E5-453E-B946-FB774B73F48C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BAEBB5-ECCD-C598-DB3C-18BE57859535}"/>
              </a:ext>
            </a:extLst>
          </p:cNvPr>
          <p:cNvSpPr txBox="1"/>
          <p:nvPr/>
        </p:nvSpPr>
        <p:spPr>
          <a:xfrm>
            <a:off x="1293812" y="2852936"/>
            <a:ext cx="9625136" cy="2246769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r>
              <a:rPr lang="ro-RO" sz="2000" dirty="0"/>
              <a:t>Analiza pe baza grafului de control:</a:t>
            </a:r>
          </a:p>
          <a:p>
            <a:endParaRPr lang="ro-RO" sz="2000" dirty="0"/>
          </a:p>
          <a:p>
            <a:r>
              <a:rPr lang="ro-RO" sz="2000" dirty="0"/>
              <a:t>- statement coverage</a:t>
            </a:r>
          </a:p>
          <a:p>
            <a:r>
              <a:rPr lang="ro-RO" sz="2000" dirty="0"/>
              <a:t>- decision coverage</a:t>
            </a:r>
          </a:p>
          <a:p>
            <a:r>
              <a:rPr lang="ro-RO" sz="2000" dirty="0"/>
              <a:t>- condition coverage</a:t>
            </a:r>
          </a:p>
          <a:p>
            <a:endParaRPr lang="ro-RO" sz="2000" dirty="0"/>
          </a:p>
          <a:p>
            <a:r>
              <a:rPr lang="ro-RO" sz="2000" dirty="0"/>
              <a:t>Au fost testate toate ramurile importante ale codului.</a:t>
            </a:r>
            <a:endParaRPr lang="en-001" sz="2000" dirty="0"/>
          </a:p>
        </p:txBody>
      </p:sp>
    </p:spTree>
    <p:extLst>
      <p:ext uri="{BB962C8B-B14F-4D97-AF65-F5344CB8AC3E}">
        <p14:creationId xmlns:p14="http://schemas.microsoft.com/office/powerpoint/2010/main" val="42129174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5038F-2B52-DF35-D853-489A77628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0245844-D31D-5023-D436-B218CA4FC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/>
          <a:p>
            <a:fld id="{AAEAE4A8-A6E5-453E-B946-FB774B73F48C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488135-0417-822B-104A-0A41A299AF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0396" y="590869"/>
            <a:ext cx="5760640" cy="137924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o-RO" sz="4000" b="1" dirty="0"/>
              <a:t>Graful de control</a:t>
            </a:r>
            <a:endParaRPr lang="en-US" sz="4000" b="1" dirty="0"/>
          </a:p>
          <a:p>
            <a:endParaRPr lang="en-US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2D966F-82FE-D241-AFFD-C43A78455F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1884" y="419719"/>
            <a:ext cx="4233018" cy="6018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9868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56B7E-1633-44AB-8584-82DF5B726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5860" y="836712"/>
            <a:ext cx="6696744" cy="1338270"/>
          </a:xfrm>
        </p:spPr>
        <p:txBody>
          <a:bodyPr anchor="t">
            <a:normAutofit/>
          </a:bodyPr>
          <a:lstStyle/>
          <a:p>
            <a:r>
              <a:rPr lang="ro-RO" sz="4000" dirty="0"/>
              <a:t>Circuite independente</a:t>
            </a:r>
            <a:endParaRPr lang="en-US" sz="4000" dirty="0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BA555B0A-8433-E13F-E91D-38D1D51F2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/>
          <a:p>
            <a:fld id="{AAEAE4A8-A6E5-453E-B946-FB774B73F48C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0677C9-3E42-427F-93B8-526692906471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293812" y="2204864"/>
            <a:ext cx="7968952" cy="4348335"/>
          </a:xfrm>
        </p:spPr>
        <p:txBody>
          <a:bodyPr vert="horz" lIns="91416" tIns="45708" rIns="91416" bIns="45708" rtlCol="0" anchor="t">
            <a:normAutofit/>
          </a:bodyPr>
          <a:lstStyle/>
          <a:p>
            <a:pPr marL="45720" indent="0">
              <a:buNone/>
            </a:pPr>
            <a:r>
              <a:rPr lang="it-IT" dirty="0"/>
              <a:t>Formula:</a:t>
            </a:r>
            <a:br>
              <a:rPr lang="it-IT" dirty="0"/>
            </a:br>
            <a:r>
              <a:rPr lang="it-IT" dirty="0"/>
              <a:t>V(G) = e-n+2</a:t>
            </a:r>
            <a:br>
              <a:rPr lang="it-IT" dirty="0"/>
            </a:br>
            <a:r>
              <a:rPr lang="it-IT" dirty="0"/>
              <a:t>	</a:t>
            </a:r>
            <a:br>
              <a:rPr lang="it-IT" dirty="0"/>
            </a:br>
            <a:r>
              <a:rPr lang="it-IT" dirty="0"/>
              <a:t>26 de noduri</a:t>
            </a:r>
          </a:p>
          <a:p>
            <a:pPr marL="45720" indent="0">
              <a:buNone/>
            </a:pPr>
            <a:r>
              <a:rPr lang="it-IT" dirty="0"/>
              <a:t>20 de muchii</a:t>
            </a:r>
          </a:p>
          <a:p>
            <a:pPr marL="45720" indent="0">
              <a:buNone/>
            </a:pPr>
            <a:br>
              <a:rPr lang="it-IT" dirty="0"/>
            </a:br>
            <a:r>
              <a:rPr lang="it-IT" dirty="0"/>
              <a:t>8 circuite independente</a:t>
            </a:r>
            <a:br>
              <a:rPr lang="it-IT" dirty="0"/>
            </a:br>
            <a:br>
              <a:rPr lang="it-IT" dirty="0"/>
            </a:br>
            <a:r>
              <a:rPr lang="it-IT" dirty="0"/>
              <a:t>Acopera:</a:t>
            </a:r>
            <a:br>
              <a:rPr lang="it-IT" dirty="0"/>
            </a:br>
            <a:r>
              <a:rPr lang="it-IT" dirty="0"/>
              <a:t>- erori</a:t>
            </a:r>
            <a:br>
              <a:rPr lang="it-IT" dirty="0"/>
            </a:br>
            <a:r>
              <a:rPr lang="it-IT" dirty="0"/>
              <a:t>- cazuri valide</a:t>
            </a:r>
            <a:br>
              <a:rPr lang="it-IT" dirty="0"/>
            </a:br>
            <a:r>
              <a:rPr lang="it-IT" dirty="0"/>
              <a:t>- bucla cu mai multe pachete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31196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56B7E-1633-44AB-8584-82DF5B726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455630"/>
            <a:ext cx="4914900" cy="1601770"/>
          </a:xfrm>
        </p:spPr>
        <p:txBody>
          <a:bodyPr anchor="t">
            <a:normAutofit/>
          </a:bodyPr>
          <a:lstStyle/>
          <a:p>
            <a:r>
              <a:rPr lang="ro-RO" sz="4000" dirty="0"/>
              <a:t>Mutation testing</a:t>
            </a:r>
            <a:endParaRPr lang="en-US" sz="4000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24FE9DD-2E30-5EFA-8B09-7AFDB29EF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/>
          <a:p>
            <a:fld id="{AAEAE4A8-A6E5-453E-B946-FB774B73F48C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982B45D-B9D8-62BE-219C-62FBAE6ED6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2045" y="1093644"/>
            <a:ext cx="9406780" cy="5154756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0677C9-3E42-427F-93B8-526692906471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37828" y="1261946"/>
            <a:ext cx="5079677" cy="5140424"/>
          </a:xfrm>
        </p:spPr>
        <p:txBody>
          <a:bodyPr vert="horz" lIns="91416" tIns="45708" rIns="91416" bIns="45708" rtlCol="0" anchor="t">
            <a:normAutofit/>
          </a:bodyPr>
          <a:lstStyle/>
          <a:p>
            <a:endParaRPr lang="en-US" sz="2400" dirty="0"/>
          </a:p>
          <a:p>
            <a:r>
              <a:rPr lang="ro-RO" sz="2400" dirty="0"/>
              <a:t>Tool: Cosmic Ray</a:t>
            </a:r>
            <a:br>
              <a:rPr lang="ro-RO" sz="2400" dirty="0"/>
            </a:br>
            <a:endParaRPr lang="en-US" sz="2400" dirty="0"/>
          </a:p>
          <a:p>
            <a:endParaRPr lang="en-US" sz="2400" dirty="0"/>
          </a:p>
          <a:p>
            <a:br>
              <a:rPr lang="ro-RO" sz="2400" dirty="0"/>
            </a:br>
            <a:r>
              <a:rPr lang="ro-RO" sz="2400" dirty="0"/>
              <a:t>Rezultat:</a:t>
            </a:r>
            <a:br>
              <a:rPr lang="ro-RO" sz="2400" dirty="0"/>
            </a:br>
            <a:r>
              <a:rPr lang="ro-RO" sz="2400" dirty="0"/>
              <a:t>- 141 mutanti generati</a:t>
            </a:r>
            <a:br>
              <a:rPr lang="ro-RO" sz="2400" dirty="0"/>
            </a:br>
            <a:r>
              <a:rPr lang="ro-RO" sz="2400" dirty="0"/>
              <a:t>- 0 mutanti supravietuitori</a:t>
            </a:r>
            <a:br>
              <a:rPr lang="ro-RO" sz="2400" dirty="0"/>
            </a:br>
            <a:br>
              <a:rPr lang="ro-RO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62621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729E33-B69B-20E4-A3D9-FB14D5D94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E79D3-A92F-12EB-3D21-4EA7CC768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990600"/>
            <a:ext cx="4914900" cy="1066800"/>
          </a:xfrm>
        </p:spPr>
        <p:txBody>
          <a:bodyPr anchor="t">
            <a:normAutofit/>
          </a:bodyPr>
          <a:lstStyle/>
          <a:p>
            <a:r>
              <a:rPr lang="ro-RO" sz="4000" dirty="0"/>
              <a:t>AI vs Teste proprii</a:t>
            </a:r>
            <a:endParaRPr lang="en-US" sz="4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B516E0-1584-422D-3B5F-ABB92A29B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/>
          <a:p>
            <a:fld id="{AAEAE4A8-A6E5-453E-B946-FB774B73F48C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F9B334-4BD2-191D-EACB-3D788E9B1EFF}"/>
              </a:ext>
            </a:extLst>
          </p:cNvPr>
          <p:cNvSpPr txBox="1"/>
          <p:nvPr/>
        </p:nvSpPr>
        <p:spPr>
          <a:xfrm>
            <a:off x="1293812" y="2852936"/>
            <a:ext cx="9625136" cy="2554545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r>
              <a:rPr lang="it-IT" sz="2000" dirty="0"/>
              <a:t>Testele generate de AI au fost:</a:t>
            </a:r>
            <a:br>
              <a:rPr lang="it-IT" sz="2000" dirty="0"/>
            </a:br>
            <a:r>
              <a:rPr lang="it-IT" sz="2000" dirty="0"/>
              <a:t>- mai generale decat cele scrise manual</a:t>
            </a:r>
            <a:br>
              <a:rPr lang="it-IT" sz="2000" dirty="0"/>
            </a:br>
            <a:r>
              <a:rPr lang="it-IT" sz="2000" dirty="0"/>
              <a:t>- cu erori (a fost nevoie sa intervin si sa modific codul ca sa pot rula)</a:t>
            </a:r>
          </a:p>
          <a:p>
            <a:endParaRPr lang="it-IT" sz="2000" dirty="0"/>
          </a:p>
          <a:p>
            <a:br>
              <a:rPr lang="it-IT" sz="2000" dirty="0"/>
            </a:br>
            <a:r>
              <a:rPr lang="it-IT" sz="2000" dirty="0"/>
              <a:t>Testele proprii:</a:t>
            </a:r>
            <a:br>
              <a:rPr lang="it-IT" sz="2000" dirty="0"/>
            </a:br>
            <a:r>
              <a:rPr lang="it-IT" sz="2000" dirty="0"/>
              <a:t>- structurate mai bine, folosind cursul</a:t>
            </a:r>
            <a:br>
              <a:rPr lang="it-IT" sz="2000" dirty="0"/>
            </a:br>
            <a:r>
              <a:rPr lang="it-IT" sz="2000" dirty="0"/>
              <a:t>- acopera mai bine cazurile functiei mele</a:t>
            </a:r>
            <a:endParaRPr lang="en-001" sz="2000" dirty="0"/>
          </a:p>
        </p:txBody>
      </p:sp>
    </p:spTree>
    <p:extLst>
      <p:ext uri="{BB962C8B-B14F-4D97-AF65-F5344CB8AC3E}">
        <p14:creationId xmlns:p14="http://schemas.microsoft.com/office/powerpoint/2010/main" val="28721188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1A763C-C640-F8B9-8DEC-2F3ABE781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F8869-14F4-77E1-F8AB-8093EB915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990600"/>
            <a:ext cx="4914900" cy="1066800"/>
          </a:xfrm>
        </p:spPr>
        <p:txBody>
          <a:bodyPr anchor="t">
            <a:normAutofit/>
          </a:bodyPr>
          <a:lstStyle/>
          <a:p>
            <a:r>
              <a:rPr lang="ro-RO" sz="4000" dirty="0"/>
              <a:t>AI vs Teste proprii</a:t>
            </a:r>
            <a:endParaRPr lang="en-US" sz="4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73A3531-1934-88FC-E807-B3F76D9E4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/>
          <a:p>
            <a:fld id="{AAEAE4A8-A6E5-453E-B946-FB774B73F48C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F620B2-B55B-53CB-558D-58D9F3776B2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344" y="1844824"/>
            <a:ext cx="5731836" cy="31683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315AEA8-9644-2CDB-94D3-D68D7A1554E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4332" y="3119159"/>
            <a:ext cx="6624736" cy="3362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6847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ECD53-9653-6C92-AF43-B11F99A44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21514361-AE31-D9E8-D38E-982DF31FD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/>
          <a:p>
            <a:fld id="{AAEAE4A8-A6E5-453E-B946-FB774B73F48C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9A0C64-3303-C2BD-63C4-791CD5C3CC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1884" y="609600"/>
            <a:ext cx="5616624" cy="137924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 b="1" dirty="0" err="1"/>
              <a:t>Concluzie</a:t>
            </a:r>
            <a:endParaRPr lang="en-US" sz="4000" b="1" dirty="0"/>
          </a:p>
          <a:p>
            <a:endParaRPr lang="en-US" sz="2800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1BFCF37-4604-DC26-DAA8-4850BC94E685}"/>
              </a:ext>
            </a:extLst>
          </p:cNvPr>
          <p:cNvSpPr txBox="1">
            <a:spLocks/>
          </p:cNvSpPr>
          <p:nvPr/>
        </p:nvSpPr>
        <p:spPr>
          <a:xfrm>
            <a:off x="1158758" y="2780928"/>
            <a:ext cx="8704584" cy="38333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6576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234440" indent="-13716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71600" indent="-13716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8760" indent="-13716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45920" indent="-13716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2400" dirty="0"/>
              <a:t>Au fost aplicate metodele de testare din curs pentru a verifica corectitudinea functiei.</a:t>
            </a:r>
            <a:br>
              <a:rPr lang="it-IT" sz="2400" dirty="0"/>
            </a:br>
            <a:br>
              <a:rPr lang="it-IT" sz="2400" dirty="0"/>
            </a:br>
            <a:r>
              <a:rPr lang="it-IT" sz="2400" dirty="0"/>
              <a:t>Testele acopera cazuri valide, erori si modificari ale codului.</a:t>
            </a:r>
            <a:endParaRPr lang="ro-RO" sz="2400" dirty="0"/>
          </a:p>
        </p:txBody>
      </p:sp>
    </p:spTree>
    <p:extLst>
      <p:ext uri="{BB962C8B-B14F-4D97-AF65-F5344CB8AC3E}">
        <p14:creationId xmlns:p14="http://schemas.microsoft.com/office/powerpoint/2010/main" val="107803812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4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E1EAED"/>
      </a:accent6>
      <a:hlink>
        <a:srgbClr val="9454C3"/>
      </a:hlink>
      <a:folHlink>
        <a:srgbClr val="3EBBF0"/>
      </a:folHlink>
    </a:clrScheme>
    <a:fontScheme name="Custom 30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/>
        </a:defPPr>
      </a:lstStyle>
      <a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square" rtlCol="0" anchor="ctr" anchorCtr="1">
        <a:spAutoFit/>
      </a:bodyPr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M03460663_win32_LW_V7.potx" id="{B4376E67-A46A-4922-AE0D-3354FC109E20}" vid="{F49CC2A7-BC98-4F28-8A83-D1D23E8024B9}"/>
    </a:ext>
  </a:extLst>
</a:theme>
</file>

<file path=ppt/theme/theme2.xml><?xml version="1.0" encoding="utf-8"?>
<a:theme xmlns:a="http://schemas.openxmlformats.org/drawingml/2006/main" name="Office Theme">
  <a:themeElements>
    <a:clrScheme name="Blue Red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lue Red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C37B52A-9EC8-4B7A-85C4-31F7EAFE403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F050606-E255-48B6-AE23-CE03A589EB22}">
  <ds:schemaRefs>
    <ds:schemaRef ds:uri="http://schemas.microsoft.com/office/infopath/2007/PartnerControls"/>
    <ds:schemaRef ds:uri="http://schemas.microsoft.com/office/2006/metadata/properties"/>
    <ds:schemaRef ds:uri="http://purl.org/dc/dcmitype/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230e9df3-be65-4c73-a93b-d1236ebd677e"/>
    <ds:schemaRef ds:uri="16c05727-aa75-4e4a-9b5f-8a80a1165891"/>
    <ds:schemaRef ds:uri="http://schemas.microsoft.com/sharepoint/v3"/>
    <ds:schemaRef ds:uri="71af3243-3dd4-4a8d-8c0d-dd76da1f02a5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20C06458-EC9A-428C-9123-A760B9587A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{CF88FDFD-5E2D-4830-B009-BAA49FC3A735}TFf1460845-8e07-4b92-9183-e15be13008a218dbe6a5_win32-cc1095971745</Template>
  <TotalTime>22</TotalTime>
  <Words>378</Words>
  <Application>Microsoft Office PowerPoint</Application>
  <PresentationFormat>Custom</PresentationFormat>
  <Paragraphs>49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Century Gothic</vt:lpstr>
      <vt:lpstr>Palatino Linotype</vt:lpstr>
      <vt:lpstr>Custom</vt:lpstr>
      <vt:lpstr>    Shipping Cost Calculator Testarea Sistemelor Software </vt:lpstr>
      <vt:lpstr>PowerPoint Presentation</vt:lpstr>
      <vt:lpstr>Specificatie</vt:lpstr>
      <vt:lpstr>Testare functionala  Metode folosite:  - partitionare in clase de echivalenta - analiza valorilor de frontiera  Exemple: - valori invalide (0, -1, &gt;1000) - praguri (5, 2, 200) - cazuri valide si invalide </vt:lpstr>
      <vt:lpstr>Testare structurala </vt:lpstr>
      <vt:lpstr>PowerPoint Presentation</vt:lpstr>
      <vt:lpstr>Circuite independente</vt:lpstr>
      <vt:lpstr>Mutation testing</vt:lpstr>
      <vt:lpstr>AI vs Teste proprii</vt:lpstr>
      <vt:lpstr>AI vs Teste proprii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DUMITRU-ANDREI IONESCU</dc:creator>
  <cp:lastModifiedBy>DUMITRU-ANDREI IONESCU</cp:lastModifiedBy>
  <cp:revision>1</cp:revision>
  <dcterms:created xsi:type="dcterms:W3CDTF">2026-05-17T19:56:08Z</dcterms:created>
  <dcterms:modified xsi:type="dcterms:W3CDTF">2026-05-17T20:18:58Z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Order">
    <vt:r8>74069400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  <property fmtid="{D5CDD505-2E9C-101B-9397-08002B2CF9AE}" pid="12" name="MediaServiceImageTags">
    <vt:lpwstr/>
  </property>
</Properties>
</file>